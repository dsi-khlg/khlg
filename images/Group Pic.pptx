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40A036-6B07-6818-C54F-9FF5FB0522A2}" v="5" dt="2025-12-08T06:35:01.5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-84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elia Leon Guerrero" userId="S::millielg@khlgassociates.com::6f201aa8-6ff0-482b-a1d6-c860454957f2" providerId="AD" clId="Web-{2140A036-6B07-6818-C54F-9FF5FB0522A2}"/>
    <pc:docChg chg="modSld">
      <pc:chgData name="Amelia Leon Guerrero" userId="S::millielg@khlgassociates.com::6f201aa8-6ff0-482b-a1d6-c860454957f2" providerId="AD" clId="Web-{2140A036-6B07-6818-C54F-9FF5FB0522A2}" dt="2025-12-08T06:35:01.585" v="4" actId="1076"/>
      <pc:docMkLst>
        <pc:docMk/>
      </pc:docMkLst>
      <pc:sldChg chg="delSp modSp">
        <pc:chgData name="Amelia Leon Guerrero" userId="S::millielg@khlgassociates.com::6f201aa8-6ff0-482b-a1d6-c860454957f2" providerId="AD" clId="Web-{2140A036-6B07-6818-C54F-9FF5FB0522A2}" dt="2025-12-08T06:35:01.585" v="4" actId="1076"/>
        <pc:sldMkLst>
          <pc:docMk/>
          <pc:sldMk cId="2530840205" sldId="256"/>
        </pc:sldMkLst>
        <pc:spChg chg="del">
          <ac:chgData name="Amelia Leon Guerrero" userId="S::millielg@khlgassociates.com::6f201aa8-6ff0-482b-a1d6-c860454957f2" providerId="AD" clId="Web-{2140A036-6B07-6818-C54F-9FF5FB0522A2}" dt="2025-12-08T06:34:48.413" v="1"/>
          <ac:spMkLst>
            <pc:docMk/>
            <pc:sldMk cId="2530840205" sldId="256"/>
            <ac:spMk id="2" creationId="{96B9826C-41CD-B1A8-3FFC-2B17D5A8ED7F}"/>
          </ac:spMkLst>
        </pc:spChg>
        <pc:spChg chg="del">
          <ac:chgData name="Amelia Leon Guerrero" userId="S::millielg@khlgassociates.com::6f201aa8-6ff0-482b-a1d6-c860454957f2" providerId="AD" clId="Web-{2140A036-6B07-6818-C54F-9FF5FB0522A2}" dt="2025-12-08T06:34:57.554" v="3"/>
          <ac:spMkLst>
            <pc:docMk/>
            <pc:sldMk cId="2530840205" sldId="256"/>
            <ac:spMk id="3" creationId="{7C077D80-66B5-69E2-E8E4-41AD8A0DD689}"/>
          </ac:spMkLst>
        </pc:spChg>
        <pc:picChg chg="mod">
          <ac:chgData name="Amelia Leon Guerrero" userId="S::millielg@khlgassociates.com::6f201aa8-6ff0-482b-a1d6-c860454957f2" providerId="AD" clId="Web-{2140A036-6B07-6818-C54F-9FF5FB0522A2}" dt="2025-12-08T06:35:01.585" v="4" actId="1076"/>
          <ac:picMkLst>
            <pc:docMk/>
            <pc:sldMk cId="2530840205" sldId="256"/>
            <ac:picMk id="4" creationId="{995B9A5C-C8C7-958A-641A-42E30AD482A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EB2E2-8822-48F4-CB91-4050FBFBC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DCE772-D442-DBB8-BF37-02ACF07F6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C50A1-727C-AD4A-1D97-86B3A39FA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0CFFB-19FE-4A2D-9DE7-ED98775CAD4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9DAF9-F11F-4B26-0BC7-EAE4F35C9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0FDAE-AA21-60E3-036C-3DB474F5F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13BC-1C02-40EF-8FB7-1E1D0C45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4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B50DB-B857-E4B4-ADDA-A5FDAFB39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EEF96-117C-BB48-0C65-A69D351AE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F87EA-F5B1-8A6E-CD0A-9D520DE3E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0CFFB-19FE-4A2D-9DE7-ED98775CAD4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7B12F-3EAB-3ADC-AA80-751EF1B3C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8EFB2-B102-F56D-6608-1F59A8FBD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13BC-1C02-40EF-8FB7-1E1D0C45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6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CACCC-2752-329C-5F5A-2C3F3D216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28427-021D-889F-1960-60A5C9E47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61730-8A47-03C3-6975-08D2C2699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0CFFB-19FE-4A2D-9DE7-ED98775CAD4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BC223-C434-0C9A-6AA6-67206028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4D8C6-EF40-542F-8D5A-E9545F0A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13BC-1C02-40EF-8FB7-1E1D0C45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43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D1C2D-E994-B4FF-2876-194C32C57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FDC93-96EB-33BE-EB38-A45425E6A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77677-91D9-5F49-7B51-845AD5787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797CE-59D2-4FC2-75EF-8649274A6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0CFFB-19FE-4A2D-9DE7-ED98775CAD4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78B0F-A9B6-13F0-42BD-7639D1E8D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7DA38-9E7A-8051-3463-691B138C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13BC-1C02-40EF-8FB7-1E1D0C45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1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0E34C-8502-92E7-E03D-C381CC77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5B712-9560-CAAF-E9C2-BED713E2E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52F12-BA84-7067-FF13-BED6887C1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924371-3BE1-BA66-92B1-940C22B249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55C864-2BEE-F576-202D-953F0A4746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D2E209-5172-B124-5960-778550682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0CFFB-19FE-4A2D-9DE7-ED98775CAD4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4DA70B-F894-6CB6-804B-91AC20DB2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3B0E12-79E6-22EF-9319-0C4FC7565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13BC-1C02-40EF-8FB7-1E1D0C45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76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EFBA-4FD4-957C-9AE4-B792D5FA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416636-D02A-1E32-1CC1-DD810CA39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0CFFB-19FE-4A2D-9DE7-ED98775CAD4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C594E-269F-921F-C5FC-DEF86130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AF809-9966-9948-47A6-E2FD842D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13BC-1C02-40EF-8FB7-1E1D0C45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640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4BE434-865D-5AE3-C2A3-9AE31FB89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0CFFB-19FE-4A2D-9DE7-ED98775CAD4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7E38E9-1DA9-4CC3-96D8-0292D5133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3B627-DEDE-06FC-2B19-B93EC39CA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13BC-1C02-40EF-8FB7-1E1D0C45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05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8DA73-2C78-9763-96E0-B60F25922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94005-5001-8D6F-C138-151797867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E1E96-1FEF-4DD8-D1DC-7FE05DD76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AAF6D-ED07-0CEE-C181-E29EFC337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0CFFB-19FE-4A2D-9DE7-ED98775CAD4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80643-A187-2B7F-F00D-68EC12926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E4583-C542-1015-8A10-D97C425DD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13BC-1C02-40EF-8FB7-1E1D0C45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69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338A0-5D7A-13A0-CE53-D9191E1DA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86113-988E-3CAC-8975-7489176703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CF377-711E-F0EF-E690-02DFBB90C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0255C-3E85-3EF8-F972-27E8D690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0CFFB-19FE-4A2D-9DE7-ED98775CAD4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926F0-0579-DD23-54EE-C49A6E2D9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BF6B7-4D34-A2D7-9D16-C4F840A5F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13BC-1C02-40EF-8FB7-1E1D0C45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60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47495-309E-DF4C-DEA1-8957DA17E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1DBA3-718D-6AF4-B431-FA55F8F53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45776-EBB2-9AEC-5356-A3ED4F264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0CFFB-19FE-4A2D-9DE7-ED98775CAD4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EFFDD-4937-BE42-7D10-5FF7B9751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759C4-98A8-070A-38B4-9980D95A2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13BC-1C02-40EF-8FB7-1E1D0C45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52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B50D8B-92A3-2392-5499-46CB90422B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6327C-5CC6-6725-8B63-5DBC3EE71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FA857-CFDE-8F80-10F7-D1C76DE6F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0CFFB-19FE-4A2D-9DE7-ED98775CAD4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F8FEC-013A-2CED-46AE-19CEA7EF8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5A5D-7AA3-0768-DFFE-5F9F14923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F13BC-1C02-40EF-8FB7-1E1D0C45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57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07C7A1-1DD4-79A1-2D92-B2903DB0A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35799-211F-4AD4-A0DD-46988B024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F01EE-659A-736D-C514-8E5D9C3B34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0CFFB-19FE-4A2D-9DE7-ED98775CAD49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D0100-FCA1-BE91-63CE-AB074171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4EA3A-C7FE-9B4B-20C4-F3C68845C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9F13BC-1C02-40EF-8FB7-1E1D0C45A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74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5B9A5C-C8C7-958A-641A-42E30AD482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853" r="23" b="55385"/>
          <a:stretch/>
        </p:blipFill>
        <p:spPr bwMode="auto">
          <a:xfrm>
            <a:off x="-239" y="814141"/>
            <a:ext cx="12192000" cy="4196345"/>
          </a:xfrm>
          <a:prstGeom prst="rect">
            <a:avLst/>
          </a:prstGeom>
          <a:gradFill flip="none" rotWithShape="1">
            <a:gsLst>
              <a:gs pos="35000">
                <a:schemeClr val="accent1">
                  <a:lumMod val="67000"/>
                </a:schemeClr>
              </a:gs>
              <a:gs pos="56000">
                <a:schemeClr val="accent1">
                  <a:lumMod val="97000"/>
                  <a:lumOff val="3000"/>
                </a:schemeClr>
              </a:gs>
              <a:gs pos="89000">
                <a:schemeClr val="tx2">
                  <a:alpha val="70000"/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30840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Millie Leon Guerrero</dc:creator>
  <cp:lastModifiedBy>Millie Leon Guerrero</cp:lastModifiedBy>
  <cp:revision>4</cp:revision>
  <dcterms:created xsi:type="dcterms:W3CDTF">2025-12-08T06:32:36Z</dcterms:created>
  <dcterms:modified xsi:type="dcterms:W3CDTF">2025-12-08T06:35:02Z</dcterms:modified>
</cp:coreProperties>
</file>